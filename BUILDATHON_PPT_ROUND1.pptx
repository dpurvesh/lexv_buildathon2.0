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2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0953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MST Blockchain </a:t>
            </a:r>
            <a:r>
              <a:rPr lang="en-US" sz="1600" b="1" kern="0" spc="150" dirty="0" err="1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Buildathon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LEXVAULT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Legal Evidence Management &amp; Forensic Integrity System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"Bridging the Critical Gap Between Cyber Forensics and Courtroom Admissibility."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37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: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Riddhi Balapure  ·  Prajwal Bahekar  ·  Purvesh Didpaye  ·  Dikshitha Sadarla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3566160" cy="384048"/>
          </a:xfrm>
          <a:prstGeom prst="roundRect">
            <a:avLst>
              <a:gd name="adj" fmla="val 23810"/>
            </a:avLst>
          </a:prstGeom>
          <a:solidFill>
            <a:srgbClr val="111827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572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⛓ ETHEREUM SEPOLIA PUBLIC LEDGER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4572000"/>
            <a:ext cx="3566160" cy="384048"/>
          </a:xfrm>
          <a:prstGeom prst="roundRect">
            <a:avLst>
              <a:gd name="adj" fmla="val 23810"/>
            </a:avLst>
          </a:prstGeom>
          <a:solidFill>
            <a:srgbClr val="111827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97680" y="4572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🔒 SEC RULE 17a-4 WORM OBJECT LOCK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4572000"/>
            <a:ext cx="3566160" cy="384048"/>
          </a:xfrm>
          <a:prstGeom prst="roundRect">
            <a:avLst>
              <a:gd name="adj" fmla="val 23810"/>
            </a:avLst>
          </a:prstGeom>
          <a:solidFill>
            <a:srgbClr val="111827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0" y="4572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📜 §65B / BSA §63 READY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10  ·  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Digital Evidence Fails in Court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Trivial digital tampering &amp; splicing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and image tools let adversaries alter CCTV footage, forge contracts and plant evidence with no visual artifacts.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874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 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1488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cryptographic avalanche blindspot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69748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1 pixel in a 50MB image and the SHA-256 hash changes completely. Systems return "Hash Mismatch" — zero diagnostic intelligence on what or where.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4048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 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1148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custody &amp; root admin abuse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6344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Custody transfers rely on paper logs or mutable SQL. Standard cloud storage lets root sysadmins silently overwrite or delete files, no audit trail.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384048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 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1148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courtroom inadmissibility rate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66344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records are routinely dismissed under Section 65B (IEA) and Section 63 (BSA 2023) for missing proof of unbroken custody and system integrity.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64240" cy="384048"/>
          </a:xfrm>
          <a:prstGeom prst="roundRect">
            <a:avLst>
              <a:gd name="adj" fmla="val 23810"/>
            </a:avLst>
          </a:prstGeom>
          <a:solidFill>
            <a:srgbClr val="111827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669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70%  ·  electronic evidence challenged on authenticity grounds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10  ·  PROPOSED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Cryptographic &amp; Forensic Armor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PILLAR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Hardware-grade WORM storage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 S3 sealed under SEC Rule 17a-4 COMPLIANCE Object Lock, 365-day retention. Zero deletions, zero overwrites — even by root superusers.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874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PILLAR 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1488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blockchain anchoring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6974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digests and custody transitions anchored to Ethereum Sepolia. Mathematically irrefutable proof-of-existence, independent of departmental servers.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06908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PILLAR 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434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AI forensic engine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8920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64-bit DCT pHash matches derivatives even after SHA-256 has diverged. Red pixel localization and labeled bounding boxes isolate the exact altered patches.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88620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406908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PILLAR 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3434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statutory court dossier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8920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Section 65B / BSA §63 certified PDF dossier with an embedded QR code linking the paper binder directly to the on-chain block receipt.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10  ·  KEY FEATURES &amp; INNOVATIONS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Breakthrough Technological Capabilities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tamper localization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Altered pixels highlighted in translucent red; OpenCV bounding boxes labeled ALTERED. Reports e.g. "4.17% of pixels, 1 region isolated".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46704" y="169164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75304" y="1874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575304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3-way split-screen slider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75304" y="269748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between vault vs. red highlight, vault vs. uploaded derivative, and uploaded vs. ELA heatmap.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44768" y="169164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73368" y="1874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73368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AI semantic search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73368" y="269748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+ CLIP ViT-B/32. Query "traffic accident" or "armed robbery" with no manual tags; 1-click suggestion chips.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42832" y="169164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71432" y="1874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171432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Word-level audio scrubbing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71432" y="269748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faster-whisper transcribes 911 calls and bodycam audio; click any word to jump playback to that second.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84632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1206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3-persona RBAC gatekeeper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" y="5486400"/>
            <a:ext cx="10607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 (PIN 1001): intake, batch upload, custody handoffs.  ·  Forensic Analyst (PIN 2002): ELA heatmaps, tamper radars, audio scrubbing.  ·  Court Auditor (PIN 3003): Section 65B dossiers, CSV ledger exports.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10  ·  TARGET USERS &amp; APPLICATION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Stakeholders &amp; High-Stakes Scenarios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USERS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86400" cy="621792"/>
          </a:xfrm>
          <a:prstGeom prst="roundRect">
            <a:avLst>
              <a:gd name="adj" fmla="val 14706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Law enforcement (Police, CBI, CID)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994660"/>
            <a:ext cx="5486400" cy="621792"/>
          </a:xfrm>
          <a:prstGeom prst="roundRect">
            <a:avLst>
              <a:gd name="adj" fmla="val 14706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99466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State &amp; Central Forensic Labs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5486400" cy="621792"/>
          </a:xfrm>
          <a:prstGeom prst="roundRect">
            <a:avLst>
              <a:gd name="adj" fmla="val 14706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06908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 Judiciary &amp; prosecutors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138104"/>
            <a:ext cx="5486400" cy="621792"/>
          </a:xfrm>
          <a:prstGeom prst="roundRect">
            <a:avLst>
              <a:gd name="adj" fmla="val 14706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5138104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Corporate compliance &amp; banking fraud teams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257800"/>
            <a:ext cx="5486400" cy="41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REAL-WORLD USE CASES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92024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7960" y="21031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CASE 1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3774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Tampered CCTV in a criminal trial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9260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Suspect edits a frame, erasing a weapon. pHash matches the vault at 95.8% similarity, overlays the splice in red with bounding boxes, and reports 4.17% altered pixel area.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40690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42519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CASE 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526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Fraudulent legal document alteration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50749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altered PDF contract is submitted. The sequence-diff engine flags added clauses in green and deleted clauses in red, verified against the on-chain timestamp.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10  ·  TECHNICAL APPROACH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High-Integrity Data Flow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LAYER — Next.js 15 + React 19   ·   Browser computes SHA-256 via Web Crypto API before upload   ·   Interactive split-slider &amp; live telemetry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8346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— FastAPI + Python 3.11   ·   Streaming HashingStream verifies digest live   ·   3-Persona RBAC PIN gatekeeper (1001 / 2002 / 3003)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MINIO WORM S3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343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17a-4 lock · 365-day compliance · zero overwrites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388620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 16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4343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records · pgvector 512-dim · ACID custody history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388620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ETHEREUM SEPOLIA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343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 · proof-of-existence · immutable receipts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5440680" cy="100584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5321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ENGINES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8064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workers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6099707"/>
            <a:ext cx="49834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contours/red masks · 64-bit DCT pHash · faster-whisper audio scrubbing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5349240"/>
            <a:ext cx="5440680" cy="100584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55321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COURTROOM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58064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 outputs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6119890"/>
            <a:ext cx="49834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65B PDF dossier · dynamic QR code · Etherscan ledger link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10  ·  TECHNOLOGY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Tools &amp; Architectural Roles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62686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Justification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Next.js + React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15.5.25 / 19.1.1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 Components, fast routing, optimized builds.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Vanilla Glassmorphic CSS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Styling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CSS3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HSL tokens, 20px backdrop-blur, no generic UI bloat.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Crypto API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Security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W3C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SHA-256 on client CPU before transit — blocks MITM.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FastAPI + Uvicorn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Gateway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0.115+ / Py 3.11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Async ASGI, Pydantic v2, streaming hash calculation.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+ pgvector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16.x / 0.7.x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ACID custody history + in-DB cosine vector search.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MinIO Object Vault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 API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Self-hosted SEC 17a-4 COMPLIANCE WORM lock.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Ethereum Sepolia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Blockchain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EVM · Chain 11155111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ledger anchoring for non-repudiation.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OpenCV &amp; Pillow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Vision 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4.10+ / 10.4+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Pixel diffing, red mask blending, contour boxes.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faster-whisper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Audio 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1.0+ (CTranslate2)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4x faster local STT, word timestamps, no cloud leaks.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ReportLab Platypus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 Automation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4.2+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Vector-precise §65B PDF certificates with QR codes.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10  ·  IMPLEMENTATION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4-Phase Phased Execution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562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  ·  Current / complete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305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core prototype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Dockerized stack: frontend, backend, PostgreSQL, MinIO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tamper mask + OpenCV bounding boxes, 3-way slider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Sepolia anchoring with live telemetry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65B dossier with verification QR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8562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 ·  Months 1–3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1305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deployment &amp; lab integration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46888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pilot with one precinct (500+ intake cases)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from body-worn cameras and CCTV DVRs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bulk ELA anomaly scanning for forensic labs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18795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  ·  Months 4–6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4622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security &amp; scaling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80060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Departmental Active Directory / LDAP integration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HSM signing for custodian private keys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Layer-2 settlement (Arbitrum / Polygon) for near-zero gas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402336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418795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4  ·  Months 7–12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4622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judicial cloud integration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80060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Interoperability with trial-court ICMS systems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Zero-knowledge proofs for redacted disclosures protecting witness privacy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10  ·  EXPECTED IMPACT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Social, Legal &amp; Technical ROI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INNOVATION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cohesive platform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Unifies public blockchains, WORM storage and computer-vision AI; replaces binary pass/fail hashing with red pixel localization and perceptual triangulation.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874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FEASIBILITY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1488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conceptual mockup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69748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functional, containerized and running live, with zero mock database writes. Sub-second verification; self-hosted, no external cloud API dependency.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4048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REAL-WORLD RELEVANCE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1148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 70% failure rate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6344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addresses the electronic-evidence admissibility failure rate, built to satisfy Section 65B IEA and Section 63 BSA 2023.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111827"/>
          </a:solidFill>
          <a:ln w="9525">
            <a:solidFill>
              <a:srgbClr val="5B63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384048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QUANTITATIVE IMPACT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1148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outcomes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66344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 reduction in forensic inspection turnaround. 100% elimination of silent tampering and custodial substitution. Protects Article 21 fair-trial rights.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64240" cy="384048"/>
          </a:xfrm>
          <a:prstGeom prst="roundRect">
            <a:avLst>
              <a:gd name="adj" fmla="val 23810"/>
            </a:avLst>
          </a:prstGeom>
          <a:solidFill>
            <a:srgbClr val="111827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6692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INNOVATION  ·  FEASIBILITY  ·  REAL-WORLD RELEVANCE  ·  QUANTITATIVE IMPACT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  ·  COMPETITIVE ADVANTAGE &amp; 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LEXVAULT vs. Alternative Approaches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409651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Conventional evidence drives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Toy academic Web3 DApps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LEXVAULT platform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Tamper diagnostics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fail (blind)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 hash lookup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 mask + bounding boxes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Derivative detection (pHash)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64-bit DCT matching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 security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Mutable cloud/disk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Unprotected IPFS/local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 17a-4 WORM lock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ledger proof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blockchain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Ethereum Sepolia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Statutory court dossiers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paperwork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admissibility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§65B PDF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Semantic AI discovery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Filename only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pgvector CLIP + Whisper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 governance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 login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Anyone can upload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3-persona PIN RBAC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7932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B2A22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57932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"LEXVAULT transforms electronic evidence from an insecure liability into a mathematically certified, legally unassailable pillar of justice."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1364</Words>
  <Application>Microsoft Office PowerPoint</Application>
  <PresentationFormat>Widescreen</PresentationFormat>
  <Paragraphs>214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LEXVAULT Hackathon Pitch</dc:title>
  <dc:subject>PptxGenJS Presentation</dc:subject>
  <dc:creator>PptxGenJS</dc:creator>
  <cp:lastModifiedBy>Purvesh Didpaye</cp:lastModifiedBy>
  <cp:revision>3</cp:revision>
  <dcterms:created xsi:type="dcterms:W3CDTF">2026-10-25T06:56:48Z</dcterms:created>
  <dcterms:modified xsi:type="dcterms:W3CDTF">2026-10-25T07:25:49Z</dcterms:modified>
</cp:coreProperties>
</file>